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52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457200" y="457200"/>
            <a:ext cx="731520" cy="73152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365760" y="1371600"/>
            <a:ext cx="109728" cy="109728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640080" y="1188720"/>
            <a:ext cx="109728" cy="109728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3716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刻意进化学习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AAAACC"/>
                </a:solidFill>
                <a:latin typeface="Microsoft YaHei"/>
              </a:defRPr>
            </a:pPr>
            <a:r>
              <a:t>CoEvo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3017520"/>
            <a:ext cx="274320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6C63FF"/>
                </a:solidFill>
                <a:latin typeface="Microsoft YaHei"/>
              </a:defRPr>
            </a:pPr>
            <a:r>
              <a:t>AI 特级教师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023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BBBDD"/>
                </a:solidFill>
                <a:latin typeface="Microsoft YaHei"/>
              </a:defRPr>
            </a:pPr>
            <a:r>
              <a:t>主动教 · 主动考 · 主动追薄弱点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4846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88AA"/>
                </a:solidFill>
                <a:latin typeface="Microsoft YaHei"/>
              </a:defRPr>
            </a:pPr>
            <a:r>
              <a:t>AI 对话 → 学习计划 → 主动教学 → 实时考核 → 科学复习 → 家长报告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AA"/>
                </a:solidFill>
                <a:latin typeface="Microsoft YaHei"/>
              </a:defRPr>
            </a:pPr>
            <a:r>
              <a:t>如果不想被 AI 取代，你需要刻意进化。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1A1A2E"/>
                </a:solidFill>
                <a:latin typeface="Microsoft YaHei"/>
              </a:defRPr>
            </a:pPr>
            <a:r>
              <a:t>CoEvo 是什么？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182880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515600" cy="4754880"/>
          </a:xfrm>
          <a:prstGeom prst="round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55448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/>
              </a:defRPr>
            </a:pPr>
            <a:r>
              <a:t>CoEvo 是一个 AI 特级教师。</a:t>
            </a:r>
          </a:p>
        </p:txBody>
      </p:sp>
      <p:sp>
        <p:nvSpPr>
          <p:cNvPr id="7" name="Oval 6"/>
          <p:cNvSpPr/>
          <p:nvPr/>
        </p:nvSpPr>
        <p:spPr>
          <a:xfrm>
            <a:off x="1188720" y="2286000"/>
            <a:ext cx="365760" cy="3657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家长设定目标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28600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告诉AI想让孩子学什么</a:t>
            </a:r>
          </a:p>
        </p:txBody>
      </p:sp>
      <p:sp>
        <p:nvSpPr>
          <p:cNvPr id="10" name="Oval 9"/>
          <p:cNvSpPr/>
          <p:nvPr/>
        </p:nvSpPr>
        <p:spPr>
          <a:xfrm>
            <a:off x="1188720" y="2880360"/>
            <a:ext cx="365760" cy="3657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2880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AI生成计划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8803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自动生成分阶段学习计划</a:t>
            </a:r>
          </a:p>
        </p:txBody>
      </p:sp>
      <p:sp>
        <p:nvSpPr>
          <p:cNvPr id="13" name="Oval 12"/>
          <p:cNvSpPr/>
          <p:nvPr/>
        </p:nvSpPr>
        <p:spPr>
          <a:xfrm>
            <a:off x="1188720" y="3474720"/>
            <a:ext cx="365760" cy="3657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474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每天主动教学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4747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AI按计划教→考→追薄弱→确认掌握→推进</a:t>
            </a:r>
          </a:p>
        </p:txBody>
      </p:sp>
      <p:sp>
        <p:nvSpPr>
          <p:cNvPr id="16" name="Oval 15"/>
          <p:cNvSpPr/>
          <p:nvPr/>
        </p:nvSpPr>
        <p:spPr>
          <a:xfrm>
            <a:off x="1188720" y="4069080"/>
            <a:ext cx="365760" cy="3657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40690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科学复习不忘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06908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FSRS算法在遗忘前弹出复习</a:t>
            </a:r>
          </a:p>
        </p:txBody>
      </p:sp>
      <p:sp>
        <p:nvSpPr>
          <p:cNvPr id="19" name="Oval 18"/>
          <p:cNvSpPr/>
          <p:nvPr/>
        </p:nvSpPr>
        <p:spPr>
          <a:xfrm>
            <a:off x="1188720" y="4663440"/>
            <a:ext cx="365760" cy="3657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4663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A1A2E"/>
                </a:solidFill>
                <a:latin typeface="Microsoft YaHei"/>
              </a:defRPr>
            </a:pPr>
            <a:r>
              <a:t>家长看报告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46634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每天30秒看进度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3035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C63FF"/>
                </a:solidFill>
                <a:latin typeface="Microsoft YaHei"/>
              </a:defRPr>
            </a:pPr>
            <a:r>
              <a:t>这不是一个对话机器人——这是一个有课程大纲、有教学方法、有考核标准、有复习策略的 AI 教师。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6035040"/>
            <a:ext cx="10515600" cy="254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/>
              </a:defRPr>
            </a:pPr>
            <a:r>
              <a:t>AI 特级教师：每天的教学流程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孩子打开App，AI按学习计划主动推进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3383280" cy="2011680"/>
          </a:xfrm>
          <a:prstGeom prst="roundRect">
            <a:avLst/>
          </a:prstGeom>
          <a:solidFill>
            <a:srgbClr val="EE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383280" cy="50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" y="1508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① 讲解新知识点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202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AI 按学习计划推进</a:t>
            </a:r>
            <a:br/>
            <a:r>
              <a:t>不是等孩子问——像老师上课一样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371600"/>
            <a:ext cx="3383280" cy="2011680"/>
          </a:xfrm>
          <a:prstGeom prst="roundRect">
            <a:avLst/>
          </a:prstGeom>
          <a:solidFill>
            <a:srgbClr val="EE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434840" y="1371600"/>
            <a:ext cx="3383280" cy="508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0" y="1508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63FF"/>
                </a:solidFill>
                <a:latin typeface="Microsoft YaHei"/>
              </a:defRPr>
            </a:pPr>
            <a:r>
              <a:t>② 实时考核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9202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边讲边问，判断是否真正理解</a:t>
            </a:r>
            <a:br/>
            <a:r>
              <a:t>教完立刻出题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71600"/>
            <a:ext cx="3383280" cy="201168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1371600"/>
            <a:ext cx="3383280" cy="508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1508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800"/>
                </a:solidFill>
                <a:latin typeface="Microsoft YaHei"/>
              </a:defRPr>
            </a:pPr>
            <a:r>
              <a:t>③ 发现薄弱点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19202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答错不是直接给答案</a:t>
            </a:r>
            <a:br/>
            <a:r>
              <a:t>从不同角度换一种方式再讲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657600"/>
            <a:ext cx="3383280" cy="2011680"/>
          </a:xfrm>
          <a:prstGeom prst="roundRect">
            <a:avLst/>
          </a:prstGeom>
          <a:solidFill>
            <a:srgbClr val="FFEB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31520" y="3657600"/>
            <a:ext cx="3383280" cy="50800"/>
          </a:xfrm>
          <a:prstGeom prst="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794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53935"/>
                </a:solidFill>
                <a:latin typeface="Microsoft YaHei"/>
              </a:defRPr>
            </a:pPr>
            <a:r>
              <a:t>④ 针对性攻克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42062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连续出错 → AI 停下来深挖</a:t>
            </a:r>
            <a:br/>
            <a:r>
              <a:t>换讲法、换例子——直到真懂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40" y="3657600"/>
            <a:ext cx="3383280" cy="201168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434840" y="3657600"/>
            <a:ext cx="3383280" cy="508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0" y="3794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Microsoft YaHei"/>
              </a:defRPr>
            </a:pPr>
            <a:r>
              <a:t>⑤ 确认掌握 → 推进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2062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确认掌握了才进入下一个</a:t>
            </a:r>
            <a:br/>
            <a:r>
              <a:t>全部自动完成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657600"/>
            <a:ext cx="3383280" cy="2011680"/>
          </a:xfrm>
          <a:prstGeom prst="roundRect">
            <a:avLst/>
          </a:prstGeom>
          <a:solidFill>
            <a:srgbClr val="EEEE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38160" y="3657600"/>
            <a:ext cx="3383280" cy="508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275320" y="37947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1A2E"/>
                </a:solidFill>
                <a:latin typeface="Microsoft YaHei"/>
              </a:defRPr>
            </a:pPr>
            <a:r>
              <a:t>⑥ 复习旧知识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420624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之前学过的按记忆曲线安排</a:t>
            </a:r>
            <a:br/>
            <a:r>
              <a:t>答对拉长间隔，答错加练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  <a:latin typeface="Microsoft YaHei"/>
              </a:defRPr>
            </a:pPr>
            <a:r>
              <a:t>全部在 AI 对话中完成，不需要切换任何界面。制卡 + 复习 + 验证全部自动，不需要手动操作。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/>
              </a:defRPr>
            </a:pPr>
            <a:r>
              <a:t>和所有竞品的本质区别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097280"/>
          <a:ext cx="10515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1435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ChatGPT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Anki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学习机/辅导班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CoEvo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有教学大纲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✅ 固定课表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6C63FF"/>
                          </a:solidFill>
                          <a:latin typeface="Microsoft YaHei"/>
                        </a:defRPr>
                      </a:pPr>
                      <a:r>
                        <a:t>✅ AI定制</a:t>
                      </a:r>
                    </a:p>
                  </a:txBody>
                  <a:tcPr anchor="ctr">
                    <a:solidFill>
                      <a:srgbClr val="F0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主动教学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❌ 你问才答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✅ 老师讲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6C63FF"/>
                          </a:solidFill>
                          <a:latin typeface="Microsoft YaHei"/>
                        </a:defRPr>
                      </a:pPr>
                      <a:r>
                        <a:t>✅ AI按计划</a:t>
                      </a:r>
                    </a:p>
                  </a:txBody>
                  <a:tcPr anchor="ctr">
                    <a:solidFill>
                      <a:srgbClr val="F0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实时考核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课后考试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6C63FF"/>
                          </a:solidFill>
                          <a:latin typeface="Microsoft YaHei"/>
                        </a:defRPr>
                      </a:pPr>
                      <a:r>
                        <a:t>✅ 边教边考</a:t>
                      </a:r>
                    </a:p>
                  </a:txBody>
                  <a:tcPr anchor="ctr">
                    <a:solidFill>
                      <a:srgbClr val="F0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找薄弱点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❌ 等考试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6C63FF"/>
                          </a:solidFill>
                          <a:latin typeface="Microsoft YaHei"/>
                        </a:defRPr>
                      </a:pPr>
                      <a:r>
                        <a:t>✅ 实时检测</a:t>
                      </a:r>
                    </a:p>
                  </a:txBody>
                  <a:tcPr anchor="ctr">
                    <a:solidFill>
                      <a:srgbClr val="F0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掌握才推进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❌ 按进度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6C63FF"/>
                          </a:solidFill>
                          <a:latin typeface="Microsoft YaHei"/>
                        </a:defRPr>
                      </a:pPr>
                      <a:r>
                        <a:t>✅ 掌握才通过</a:t>
                      </a:r>
                    </a:p>
                  </a:txBody>
                  <a:tcPr anchor="ctr">
                    <a:solidFill>
                      <a:srgbClr val="F0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科学复习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❌ 统一作业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6C63FF"/>
                          </a:solidFill>
                          <a:latin typeface="Microsoft YaHei"/>
                        </a:defRPr>
                      </a:pPr>
                      <a:r>
                        <a:t>✅ FSRS</a:t>
                      </a:r>
                    </a:p>
                  </a:txBody>
                  <a:tcPr anchor="ctr">
                    <a:solidFill>
                      <a:srgbClr val="F0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像什么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百科全书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单词本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学校/补习班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6C63FF"/>
                          </a:solidFill>
                          <a:latin typeface="Microsoft YaHei"/>
                        </a:defRPr>
                      </a:pPr>
                      <a:r>
                        <a:t>AI特级教师</a:t>
                      </a:r>
                    </a:p>
                  </a:txBody>
                  <a:tcPr anchor="ctr">
                    <a:solidFill>
                      <a:srgbClr val="F0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394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55555"/>
                </a:solidFill>
                <a:latin typeface="Microsoft YaHei"/>
              </a:defRPr>
            </a:pPr>
            <a:r>
              <a:t>市场上没有第二个产品同时做到：有教学大纲、主动教学、实时考核、自动找薄弱点、掌握才推进、科学复习——全部在一个产品里。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家长使用流程：总共约 1-5 分钟上手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DD"/>
                </a:solidFill>
                <a:latin typeface="Microsoft YaHei"/>
              </a:defRPr>
            </a:pPr>
            <a:r>
              <a:t>之后每天花 30 秒看进度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2286000" cy="32004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30秒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告诉AI目标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DD"/>
                </a:solidFill>
                <a:latin typeface="Microsoft YaHei"/>
              </a:defRPr>
            </a:pPr>
            <a:r>
              <a:t>发一句语音或打一行字：</a:t>
            </a:r>
            <a:br/>
            <a:r>
              <a:t>"初一数学方程基础差，想用一个月打好基础"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C63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1371600"/>
            <a:ext cx="2286000" cy="32004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30秒~5分钟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确认学习计划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19456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DD"/>
                </a:solidFill>
                <a:latin typeface="Microsoft YaHei"/>
              </a:defRPr>
            </a:pPr>
            <a:r>
              <a:rPr dirty="0" err="1"/>
              <a:t>看一眼AI生成的分阶段计划</a:t>
            </a:r>
            <a:br>
              <a:rPr dirty="0"/>
            </a:br>
            <a:r>
              <a:rPr dirty="0" err="1"/>
              <a:t>觉得合适</a:t>
            </a:r>
            <a:r>
              <a:rPr dirty="0"/>
              <a:t> → </a:t>
            </a:r>
            <a:r>
              <a:rPr dirty="0" err="1"/>
              <a:t>回复"可以</a:t>
            </a:r>
            <a:r>
              <a:rPr dirty="0"/>
              <a:t>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9788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C63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371600"/>
            <a:ext cx="2286000" cy="32004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自动进行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AI每天主动教学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19456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DD"/>
                </a:solidFill>
                <a:latin typeface="Microsoft YaHei"/>
              </a:defRPr>
            </a:pPr>
            <a:r>
              <a:t>AI按计划教→考→追薄弱→推进</a:t>
            </a:r>
            <a:br/>
            <a:r>
              <a:t>孩子在对话中完成全部学习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1508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6C63FF"/>
                </a:solidFill>
                <a:latin typeface="Microsoft YaHe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79" y="1371600"/>
            <a:ext cx="2286000" cy="320040"/>
          </a:xfrm>
          <a:prstGeom prst="round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t>每天30秒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79" y="17830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看进度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98279" y="2194560"/>
            <a:ext cx="2560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DD"/>
                </a:solidFill>
                <a:latin typeface="Microsoft YaHei"/>
              </a:defRPr>
            </a:pPr>
            <a:r>
              <a:t>打开App看今日概览</a:t>
            </a:r>
            <a:br/>
            <a:r>
              <a:t>学了什么、掌握率、薄弱点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029200"/>
            <a:ext cx="10515600" cy="109728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5120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C63FF"/>
                </a:solidFill>
                <a:latin typeface="Microsoft YaHei"/>
              </a:defRPr>
            </a:pPr>
            <a:r>
              <a:t>家长全部投入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4406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首次：30秒说目标 + 30秒确认计划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之后每天：30秒看进度  ·  每周：1分钟扫一眼周报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/>
              </a:defRPr>
            </a:pPr>
            <a:r>
              <a:t>学科覆盖范围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55555"/>
                </a:solidFill>
                <a:latin typeface="Microsoft YaHei"/>
              </a:defRPr>
            </a:pPr>
            <a:r>
              <a:t>基于 DeepSeek 模型，AI 几乎囊括了人类已有的全部知识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CAF50"/>
                </a:solidFill>
                <a:latin typeface="Microsoft YaHei"/>
              </a:defRPr>
            </a:pPr>
            <a:r>
              <a:t>✅ 经过完整测试流程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3200400" cy="12801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3200400" cy="381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8288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Microsoft YaHei"/>
              </a:defRPr>
            </a:pPr>
            <a:r>
              <a:t>K12 课程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1945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数学、物理、化学、生物</a:t>
            </a:r>
            <a:br/>
            <a:r>
              <a:t>英语、语文、历史、地理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737360"/>
            <a:ext cx="3200400" cy="12801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206240" y="1737360"/>
            <a:ext cx="3200400" cy="381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43400" y="18288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Microsoft YaHei"/>
              </a:defRPr>
            </a:pPr>
            <a:r>
              <a:t>编程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21945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Python、C++、JavaScript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0" y="1737360"/>
            <a:ext cx="3200400" cy="12801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680960" y="1737360"/>
            <a:ext cx="3200400" cy="381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18120" y="18288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Microsoft YaHei"/>
              </a:defRPr>
            </a:pPr>
            <a:r>
              <a:t>英语考试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219456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托福、雅思、考研英语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291840"/>
            <a:ext cx="3200400" cy="12801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3291840"/>
            <a:ext cx="3200400" cy="381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33832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Microsoft YaHei"/>
              </a:defRPr>
            </a:pPr>
            <a:r>
              <a:t>职场技能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37490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Excel、PPT、项目管理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06240" y="3291840"/>
            <a:ext cx="3200400" cy="128016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206240" y="3291840"/>
            <a:ext cx="3200400" cy="381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343400" y="33832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CAF50"/>
                </a:solidFill>
                <a:latin typeface="Microsoft YaHei"/>
              </a:defRPr>
            </a:pPr>
            <a:r>
              <a:t>大学专业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43400" y="37490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高等数学、线性代数等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9800"/>
                </a:solidFill>
                <a:latin typeface="Microsoft YaHei"/>
              </a:defRPr>
            </a:pPr>
            <a:r>
              <a:t>🔍 待探索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4937760"/>
            <a:ext cx="10515600" cy="1097280"/>
          </a:xfrm>
          <a:prstGeom prst="roundRect">
            <a:avLst/>
          </a:prstGeom>
          <a:solidFill>
            <a:srgbClr val="FF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4400" y="5029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哲学、心理学、投资理财、摄影、乐理、法律基础……</a:t>
            </a:r>
            <a:br/>
            <a:r>
              <a:t>AI知识库里还有大量内容，理论上都可以学习。一个账号 = 一个人，家里有几个孩子就几个账号，进度不混。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/>
              </a:defRPr>
            </a:pPr>
            <a:r>
              <a:t>常见问题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120640" cy="2377440"/>
          </a:xfrm>
          <a:prstGeom prst="round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512064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188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icrosoft YaHei"/>
              </a:defRPr>
            </a:pPr>
            <a:r>
              <a:t>和 ChatGPT 有什么区别？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002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ChatGPT 是你问它答——你不知道问什么，它就不教。</a:t>
            </a:r>
            <a:br/>
            <a:br/>
            <a:r>
              <a:t>CoEvo 是 AI 主动教——它有一套完整的学习计划，知道今天该学什么、该考什么、该复习什么。</a:t>
            </a:r>
            <a:br/>
            <a:br/>
            <a:r>
              <a:t>ChatGPT 像百科全书，CoEvo 像特级教师。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120640" cy="2377440"/>
          </a:xfrm>
          <a:prstGeom prst="round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5120640" cy="381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1887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icrosoft YaHei"/>
              </a:defRPr>
            </a:pPr>
            <a:r>
              <a:t>和学习机/点读笔有什么区别？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60020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学习机播课——孩子看完就完了，记住了多少不知道。</a:t>
            </a:r>
            <a:br/>
            <a:br/>
            <a:r>
              <a:t>CoEvo 不止教学，它边教边考。教的每一个知识点当场验证，没懂就继续教，掌握了才进入下一个。</a:t>
            </a:r>
            <a:br/>
            <a:br/>
            <a:r>
              <a:t>学习机是播课，CoEvo 是教学+考核+追薄弱。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39"/>
            <a:ext cx="5120640" cy="2377440"/>
          </a:xfrm>
          <a:prstGeom prst="round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3749039"/>
            <a:ext cx="5120640" cy="381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3840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icrosoft YaHei"/>
              </a:defRPr>
            </a:pPr>
            <a:r>
              <a:t>CoEvo 能替代辅导班吗？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25196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t>能。辅导班老师面对几十个学生顾不过来。</a:t>
            </a:r>
            <a:br/>
            <a:br/>
            <a:r>
              <a:t>CoEvo 一对一：教新课 ✅ 出题考核 ✅ 找薄弱点 ✅ 攻克难点 ✅ 复习旧知识 ✅ 给家长报告 ✅</a:t>
            </a:r>
            <a:br/>
            <a:br/>
            <a:r>
              <a:t>辅导班一个月¥3,000-8,000，CoEvo 首批合伙人 ¥1,288 终身。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749039"/>
            <a:ext cx="5120640" cy="2377440"/>
          </a:xfrm>
          <a:prstGeom prst="roundRect">
            <a:avLst/>
          </a:prstGeom>
          <a:solidFill>
            <a:srgbClr val="F5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217920" y="3749039"/>
            <a:ext cx="512064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38404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1A2E"/>
                </a:solidFill>
                <a:latin typeface="Microsoft YaHei"/>
              </a:defRPr>
            </a:pPr>
            <a:r>
              <a:t>孩子多大可以用？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251960"/>
            <a:ext cx="47548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Microsoft YaHei"/>
              </a:defRPr>
            </a:pP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只要基本完成识字就可以用，一般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岁以上。年龄没有上限，大人自己用来学新东西也完全可以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b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b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不合适</a:t>
            </a:r>
            <a:r>
              <a:rPr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100" dirty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小学三年级前</a:t>
            </a:r>
            <a:r>
              <a:rPr sz="1100" dirty="0" err="1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幼儿园及学龄前</a:t>
            </a: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（识字量不够</a:t>
            </a: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产品界面概览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188720"/>
            <a:ext cx="3200400" cy="219456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320040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325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💬 对话页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DD"/>
                </a:solidFill>
                <a:latin typeface="Microsoft YaHei"/>
              </a:defRPr>
            </a:pPr>
            <a:r>
              <a:t>主学习界面</a:t>
            </a:r>
            <a:br/>
            <a:r>
              <a:t>AI在这里教学、考核</a:t>
            </a:r>
            <a:br/>
            <a:r>
              <a:t>攻克薄弱点</a:t>
            </a:r>
            <a:br/>
            <a:r>
              <a:t>全部自动进行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188720"/>
            <a:ext cx="3200400" cy="219456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297680" y="1188720"/>
            <a:ext cx="320040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34840" y="1325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📋 学习计划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173736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DD"/>
                </a:solidFill>
                <a:latin typeface="Microsoft YaHei"/>
              </a:defRPr>
            </a:pPr>
            <a:r>
              <a:t>当前学习计划展示</a:t>
            </a:r>
            <a:br/>
            <a:r>
              <a:t>阶段进展、任务状态</a:t>
            </a:r>
            <a:br/>
            <a:r>
              <a:t>一目了然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1188720"/>
            <a:ext cx="3200400" cy="219456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863840" y="1188720"/>
            <a:ext cx="320040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001000" y="13258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🔄 复习页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173736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DD"/>
                </a:solidFill>
                <a:latin typeface="Microsoft YaHei"/>
              </a:defRPr>
            </a:pPr>
            <a:r>
              <a:t>过往知识点的</a:t>
            </a:r>
            <a:br/>
            <a:r>
              <a:t>科学复习</a:t>
            </a:r>
            <a:br/>
            <a:r>
              <a:t>AI按记忆曲线安排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49040"/>
            <a:ext cx="3200400" cy="219456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" y="3749040"/>
            <a:ext cx="320040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3886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📊 家长看板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29768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DD"/>
                </a:solidFill>
                <a:latin typeface="Microsoft YaHei"/>
              </a:defRPr>
            </a:pPr>
            <a:r>
              <a:t>学习报告、每日概览</a:t>
            </a:r>
            <a:br/>
            <a:r>
              <a:t>薄弱点追踪</a:t>
            </a:r>
            <a:br/>
            <a:r>
              <a:t>家长30秒看懂进度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0" y="3749040"/>
            <a:ext cx="3200400" cy="219456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297680" y="3749040"/>
            <a:ext cx="320040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34840" y="3886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🗂 卡片库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29768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DD"/>
                </a:solidFill>
                <a:latin typeface="Microsoft YaHei"/>
              </a:defRPr>
            </a:pPr>
            <a:r>
              <a:t>所有已学知识点的</a:t>
            </a:r>
            <a:br/>
            <a:r>
              <a:t>卡片列表</a:t>
            </a:r>
            <a:br/>
            <a:r>
              <a:t>可按学科筛选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863840" y="3749040"/>
            <a:ext cx="3200400" cy="219456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863840" y="3749040"/>
            <a:ext cx="320040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001000" y="38862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🏆 个人主页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4297680"/>
            <a:ext cx="2926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DD"/>
                </a:solidFill>
                <a:latin typeface="Microsoft YaHei"/>
              </a:defRPr>
            </a:pPr>
            <a:r>
              <a:t>学习统计数据</a:t>
            </a:r>
            <a:br/>
            <a:r>
              <a:t>成就勋章墙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52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AAACC"/>
                </a:solidFill>
                <a:latin typeface="Microsoft YaHei"/>
              </a:defRPr>
            </a:pPr>
            <a:r>
              <a:t>👧 孩子：打开App → AI教学→出题→纠正→推进 → "今日完成" ✅</a:t>
            </a:r>
            <a:br/>
            <a:r>
              <a:t>👩 家长：打开看板 → 看今日概览 → 知道薄弱点 → 关闭，耗时约30秒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A1A2E"/>
                </a:solidFill>
                <a:latin typeface="Microsoft YaHei"/>
              </a:defRPr>
            </a:pPr>
            <a:r>
              <a:t>与竞品完整对比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0584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876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维度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ChatGPT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Anki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学习机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辅导班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CoEvo</a:t>
                      </a:r>
                    </a:p>
                  </a:txBody>
                  <a:tcPr anchor="ctr">
                    <a:solidFill>
                      <a:srgbClr val="1A1A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主动教学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❌ 播课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✅ 老师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6C63FF"/>
                          </a:solidFill>
                          <a:latin typeface="Microsoft YaHei"/>
                        </a:defRPr>
                      </a:pPr>
                      <a:r>
                        <a:t>✅ AI特级教师</a:t>
                      </a:r>
                    </a:p>
                  </a:txBody>
                  <a:tcPr anchor="ctr">
                    <a:solidFill>
                      <a:srgbClr val="F0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实时考核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❌ 考试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6C63FF"/>
                          </a:solidFill>
                          <a:latin typeface="Microsoft YaHei"/>
                        </a:defRPr>
                      </a:pPr>
                      <a:r>
                        <a:t>✅ 边教边考</a:t>
                      </a:r>
                    </a:p>
                  </a:txBody>
                  <a:tcPr anchor="ctr">
                    <a:solidFill>
                      <a:srgbClr val="F0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发现薄弱点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❌ 经验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6C63FF"/>
                          </a:solidFill>
                          <a:latin typeface="Microsoft YaHei"/>
                        </a:defRPr>
                      </a:pPr>
                      <a:r>
                        <a:t>✅ 逐知识点</a:t>
                      </a:r>
                    </a:p>
                  </a:txBody>
                  <a:tcPr anchor="ctr">
                    <a:solidFill>
                      <a:srgbClr val="F0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攻克才推进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❌ 课表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6C63FF"/>
                          </a:solidFill>
                          <a:latin typeface="Microsoft YaHei"/>
                        </a:defRPr>
                      </a:pPr>
                      <a:r>
                        <a:t>✅ 掌握再进</a:t>
                      </a:r>
                    </a:p>
                  </a:txBody>
                  <a:tcPr anchor="ctr">
                    <a:solidFill>
                      <a:srgbClr val="F0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科学复习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❌ 作业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6C63FF"/>
                          </a:solidFill>
                          <a:latin typeface="Microsoft YaHei"/>
                        </a:defRPr>
                      </a:pPr>
                      <a:r>
                        <a:t>✅ FSRS</a:t>
                      </a:r>
                    </a:p>
                  </a:txBody>
                  <a:tcPr anchor="ctr">
                    <a:solidFill>
                      <a:srgbClr val="F0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家长报告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❌ 口头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6C63FF"/>
                          </a:solidFill>
                          <a:latin typeface="Microsoft YaHei"/>
                        </a:defRPr>
                      </a:pPr>
                      <a:r>
                        <a:t>✅ 精确报告</a:t>
                      </a:r>
                    </a:p>
                  </a:txBody>
                  <a:tcPr anchor="ctr">
                    <a:solidFill>
                      <a:srgbClr val="F0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定制计划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❌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❌ 固定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❌ 固定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6C63FF"/>
                          </a:solidFill>
                          <a:latin typeface="Microsoft YaHei"/>
                        </a:defRPr>
                      </a:pPr>
                      <a:r>
                        <a:t>✅ AI定制</a:t>
                      </a:r>
                    </a:p>
                  </a:txBody>
                  <a:tcPr anchor="ctr">
                    <a:solidFill>
                      <a:srgbClr val="F0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76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  <a:latin typeface="Microsoft YaHei"/>
                        </a:defRPr>
                      </a:pPr>
                      <a:r>
                        <a:t>价格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免费/¥140月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免费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¥1k-3k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333333"/>
                          </a:solidFill>
                          <a:latin typeface="Microsoft YaHei"/>
                        </a:defRPr>
                      </a:pPr>
                      <a:r>
                        <a:t>¥3k-8k/月</a:t>
                      </a:r>
                    </a:p>
                  </a:txBody>
                  <a:tcPr anchor="ctr">
                    <a:solidFill>
                      <a:srgbClr val="F5F5F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6C63FF"/>
                          </a:solidFill>
                          <a:latin typeface="Microsoft YaHei"/>
                        </a:defRPr>
                      </a:pPr>
                      <a:r>
                        <a:t>¥1,288 终身</a:t>
                      </a:r>
                    </a:p>
                  </a:txBody>
                  <a:tcPr anchor="ctr">
                    <a:solidFill>
                      <a:srgbClr val="F0EE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5778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C63FF"/>
                </a:solidFill>
                <a:latin typeface="Microsoft YaHei"/>
              </a:defRPr>
            </a:pPr>
            <a:r>
              <a:t>CoEvo 是唯一同时具备：主动教学 + 实时考核 + 自动找薄弱点 + 掌握才推进 + 科学复习 + 家长报告的 AI 学习产品。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首批合伙人计划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029200" cy="32004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502920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9728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  <a:latin typeface="Microsoft YaHei"/>
              </a:defRPr>
            </a:pPr>
            <a:r>
              <a:t>🔥 终身合伙人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01168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Microsoft YaHei"/>
              </a:defRPr>
            </a:pPr>
            <a:r>
              <a:t>¥1,288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DD"/>
                </a:solidFill>
                <a:latin typeface="Microsoft YaHei"/>
              </a:defRPr>
            </a:pPr>
            <a:r>
              <a:t>终身使用 · 限 20 个名额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20040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999BB"/>
                </a:solidFill>
                <a:latin typeface="Microsoft YaHei"/>
              </a:defRPr>
            </a:pPr>
            <a:r>
              <a:t>后续正式价：¥100-200/月 或 ¥1,288/年</a:t>
            </a:r>
            <a:br/>
            <a:r>
              <a:t>首批合伙人 = 终身省掉每年的续费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029200" cy="3200400"/>
          </a:xfrm>
          <a:prstGeom prst="roundRect">
            <a:avLst/>
          </a:prstGeom>
          <a:solidFill>
            <a:srgbClr val="25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217920" y="1280160"/>
            <a:ext cx="5029200" cy="381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CAF50"/>
                </a:solidFill>
                <a:latin typeface="Microsoft YaHei"/>
              </a:defRPr>
            </a:pPr>
            <a:r>
              <a:t>和辅导班对比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01168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辅导班：¥3,000 - ¥8,000 / 月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  → 每月接送、盯作业、沟通老师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  → 一个老师对几十个学生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  → 效果不可量化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Microsoft YaHei"/>
              </a:defRPr>
            </a:pPr>
            <a:endParaRPr/>
          </a:p>
          <a:p>
            <a:pPr algn="l">
              <a:spcAft>
                <a:spcPts val="400"/>
              </a:spcAft>
              <a:defRPr sz="1200" b="1">
                <a:solidFill>
                  <a:srgbClr val="CCCCDD"/>
                </a:solidFill>
                <a:latin typeface="Microsoft YaHei"/>
              </a:defRPr>
            </a:pPr>
            <a:r>
              <a:t>CoEvo ¥1,288 终身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  → 30秒设定目标，之后每天30秒看报告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  → AI一对一，逐知识点追踪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CCCCDD"/>
                </a:solidFill>
                <a:latin typeface="Microsoft YaHei"/>
              </a:defRPr>
            </a:pPr>
            <a:r>
              <a:t>  → 精确到每个知识点的掌握数据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846320"/>
            <a:ext cx="10515600" cy="1097280"/>
          </a:xfrm>
          <a:prstGeom prst="roundRect">
            <a:avLst/>
          </a:prstGeom>
          <a:solidFill>
            <a:srgbClr val="20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97280" y="493776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DD"/>
                </a:solidFill>
                <a:latin typeface="Microsoft YaHei"/>
              </a:defRPr>
            </a:pPr>
            <a:r>
              <a:t>30 天不满意全额退款 · 我们全程协助配置</a:t>
            </a:r>
            <a:br/>
            <a:r>
              <a:t>你和孩子没有任何风险，只需试试。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刻意进化学习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AAAACC"/>
                </a:solidFill>
                <a:latin typeface="Microsoft YaHei"/>
              </a:defRPr>
            </a:pPr>
            <a:r>
              <a:t>CoEvo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1920" y="3173631"/>
            <a:ext cx="2743200" cy="381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6C63FF"/>
                </a:solidFill>
                <a:latin typeface="Microsoft YaHei"/>
              </a:defRPr>
            </a:pPr>
            <a:r>
              <a:t>如果不想被 AI 取代，你需要刻意进化。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97680"/>
            <a:ext cx="9144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DD"/>
                </a:solidFill>
                <a:latin typeface="Microsoft YaHei"/>
              </a:defRPr>
            </a:pPr>
            <a:r>
              <a:rPr lang="zh-CN" altLang="en-US" dirty="0"/>
              <a:t>一个月不满意全额退款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731520" y="4937760"/>
            <a:ext cx="9144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A"/>
                </a:solidFill>
                <a:latin typeface="Microsoft YaHei"/>
              </a:defRPr>
            </a:pPr>
            <a:r>
              <a:rPr dirty="0"/>
              <a:t>微信联系：</a:t>
            </a:r>
            <a:r>
              <a:rPr lang="en-US" dirty="0"/>
              <a:t>13926417009</a:t>
            </a: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0" y="6217920"/>
            <a:ext cx="12191695" cy="640080"/>
          </a:xfrm>
          <a:prstGeom prst="rect">
            <a:avLst/>
          </a:prstGeom>
          <a:solidFill>
            <a:srgbClr val="121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6263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88"/>
                </a:solidFill>
                <a:latin typeface="Microsoft YaHei"/>
              </a:defRPr>
            </a:pPr>
            <a:r>
              <a:t>© 2026 刻意进化 · CoEvo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795</Words>
  <Application>Microsoft Office PowerPoint</Application>
  <PresentationFormat>宽屏</PresentationFormat>
  <Paragraphs>217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5" baseType="lpstr">
      <vt:lpstr>微软雅黑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旭 白</cp:lastModifiedBy>
  <cp:revision>4</cp:revision>
  <dcterms:created xsi:type="dcterms:W3CDTF">2013-01-27T09:14:16Z</dcterms:created>
  <dcterms:modified xsi:type="dcterms:W3CDTF">2026-05-13T15:23:52Z</dcterms:modified>
  <cp:category/>
</cp:coreProperties>
</file>