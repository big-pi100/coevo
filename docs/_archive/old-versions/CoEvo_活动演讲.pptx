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刻意进化学习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CC"/>
                </a:solidFill>
                <a:latin typeface="Microsoft YaHei"/>
              </a:defRPr>
            </a:pPr>
            <a:r>
              <a:t>CoEvo · AI 特级教师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1752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Microsoft YaHei"/>
              </a:defRPr>
            </a:pPr>
            <a:r>
              <a:t>AI 时代你必须让孩子上车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DD"/>
                </a:solidFill>
                <a:latin typeface="Microsoft YaHei"/>
              </a:defRPr>
            </a:pPr>
            <a:r>
              <a:t>大厂已经开始抢人了——不是大学生，是初中生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2026 年正在发生的事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47472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4747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🐧 腾讯青科实训营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招13-18岁产品经理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DD"/>
                </a:solidFill>
                <a:latin typeface="Microsoft YaHei"/>
              </a:defRPr>
            </a:pPr>
            <a:r>
              <a:t>深圳·金融科技</a:t>
            </a:r>
            <a:br/>
            <a:r>
              <a:t>广州·微信AI+教育</a:t>
            </a:r>
            <a:br/>
            <a:r>
              <a:t>微信搜索AI产品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005840"/>
            <a:ext cx="347472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005840"/>
            <a:ext cx="34747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🇺🇸 Palantir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精英绩效奖学金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DD"/>
                </a:solidFill>
                <a:latin typeface="Microsoft YaHei"/>
              </a:defRPr>
            </a:pPr>
            <a:r>
              <a:t>市值$4000亿·入选率4.4%</a:t>
            </a:r>
            <a:br/>
            <a:r>
              <a:t>实习$5400/月·转正$17万/年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1005840"/>
            <a:ext cx="347472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1005840"/>
            <a:ext cx="34747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🧑 Nick 15岁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BeyondSPX金融平台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DD"/>
                </a:solidFill>
                <a:latin typeface="Microsoft YaHei"/>
              </a:defRPr>
            </a:pPr>
            <a:r>
              <a:t>华盛顿州高中生</a:t>
            </a:r>
            <a:br/>
            <a:r>
              <a:t>5万月活·10行代码</a:t>
            </a:r>
            <a:br/>
            <a:r>
              <a:t>Claude+ChatGPT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一个 15 岁中学生的故事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228600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他用 AI 开发了一个金融研究平台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借助Claude, ChatGPT, Gemini完成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拥有超过5万免费用户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只写了10行代码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同时期，你的孩子在做什么？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但直接扔给孩子用 AI，你敢吗？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800" cy="777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无计划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问一句答一句，东一榔头西一棒子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05156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5080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焦点飘移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0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说好学数学，20分钟后聊游戏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5156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5080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AI幻觉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它编一个不存在的事实，孩子信了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5156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50800" cy="777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AI顺从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孩子说错了，AI也说'你说得对'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08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偏离课程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AI什么都知道，但不知道学校考什么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双减说不用急——但中考不会等你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资料来源：陕西省教育厅·西安市教育局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双减告诉你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小学不考试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不排名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不留书面作业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18288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Microsoft YaHei"/>
              </a:defRPr>
            </a:pPr>
            <a:r>
              <a:t>2025陕西省中考现实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全省录取率 64.95%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公办实际录取率 ~55%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普高线611/满分~700分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减轻负担 ≠ 提升竞争力</a:t>
            </a:r>
            <a:br/>
            <a:r>
              <a:t>关键在于提高效率——不是降低要求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考上985就安全了吗？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Microsoft YaHei"/>
              </a:defRPr>
            </a:pPr>
            <a:r>
              <a:t>谢爱磊教授 · 4所985 · 2000名学生追踪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农村 vs 城市985毕业生的差距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起薪：城市同学高 20%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直辖市就业：城市同学近3倍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回流县城：农村同学2倍多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原因：精英休克——进了大学发现除了做题什么都不会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小镇做题家不是自嘲——是真实的代价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大学学的正在过时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Microsoft YaHei"/>
              </a:defRPr>
            </a:pPr>
            <a:r>
              <a:t>课程严重滞后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64%学生认为课程与实际脱节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37%教师用超5年旧教案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更新速度仅为产业需求1/10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王兴兴：教材停留在十几二十年前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029200" cy="2286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美国快乐教育的警示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高级技工：美国7% vs 中国32%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库克：找不到会CNC机床的工人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锂电池：美国3% vs 中国70%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哈佛波特：培养快乐消费者→产业衰退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大一学的编程语言，毕业时已被AI替代。</a:t>
            </a:r>
            <a:br/>
            <a:r>
              <a:t>减负不能靠降低标准——要靠提高效率。不制造傻子。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CoEvo 的立场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支持双减目标——减掉低效负担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但减负不能靠降低标准——要靠提高效率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不走美国快乐教育的老路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我们做两件事：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① 用AI精准找出薄弱点，只练不会的，效率提高3倍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② 省下的时间还给孩子的天性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不是让孩子在低效刷题和彻底放弃之间二选一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AI = 人类知识库的完全体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457200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过去：知识在哪里？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在书上、在老师脑袋里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学校/教材/老师 = 稀缺资源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'去哪儿学'是核心问题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02920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0292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现在：知识全在AI里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豆包·DeepSeek·GPT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读完了人类几乎全部知识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AI = 知识基础设施，人人可及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核心问题：怎么装进人脑？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教育的核心任务变了——从'找知识'到'装知识'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费曼学习法 + AI = CoEvo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29200" cy="381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CC"/>
                </a:solidFill>
                <a:latin typeface="Microsoft YaHei"/>
              </a:defRPr>
            </a:pPr>
            <a:r>
              <a:t>费曼（Nobel 1965·加州理工）：讲给别人听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① 学一个概念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② 用自己的话讲给别人听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③ 讲不出来=没真懂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④ 回去重学再讲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找不到人听你讲？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CoEvo AI就是那个人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02920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029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CoEvo教学闭环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① AI讲解新知识点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② AI出题让你讲回来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③ 答错→换方式再讲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④ 答对→推进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同时安排旧知识复习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FSRS记忆曲线不忘记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为什么孩子爱游戏/抖音，不爱学习？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Microsoft YaHei"/>
              </a:defRPr>
            </a:pPr>
            <a:r>
              <a:t>不是因为懒——游戏设计师比老师更懂大脑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🎲 不确定奖励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抖音滑动→不知下一条是什么</a:t>
            </a:r>
            <a:br/>
            <a:r>
              <a:t>大脑持续分泌多巴胺·停不下来</a:t>
            </a:r>
            <a:br/>
            <a:r>
              <a:t>= 可变比率强化（老虎机原理）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⚡ 即时反馈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打怪→立刻加经验值</a:t>
            </a:r>
            <a:br/>
            <a:r>
              <a:t>大脑不需要等·即时确认</a:t>
            </a:r>
            <a:br/>
            <a:r>
              <a:t>= 多巴胺的即时奖励回路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🎯 恰到好处的挑战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太难放弃·太简单无聊</a:t>
            </a:r>
            <a:br/>
            <a:r>
              <a:t>差一点能过关→最上瘾</a:t>
            </a:r>
            <a:br/>
            <a:r>
              <a:t>= 心流状态（Flow）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🔥 进度可见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就差10%升级→想打完</a:t>
            </a:r>
            <a:br/>
            <a:r>
              <a:t>连续天数断了→心疼</a:t>
            </a:r>
            <a:br/>
            <a:r>
              <a:t>= 目标梯度效应+损失厌恶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CoEvo 用同样的机制让学习上瘾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8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🎲 不确定的挑战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AI动态出题：不重复会的，只练不会的</a:t>
            </a:r>
            <a:br/>
            <a:r>
              <a:t>每道题都是惊喜：这次是什么题型？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515600" cy="10972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0800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⚡ 即时反馈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答对→AI立刻夸奖</a:t>
            </a:r>
            <a:br/>
            <a:r>
              <a:t>答错→AI立刻换讲法</a:t>
            </a:r>
            <a:br/>
            <a:r>
              <a:t>和游戏一样的即时奖励回路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10515600" cy="10972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50800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YaHei"/>
              </a:defRPr>
            </a:pPr>
            <a:r>
              <a:t>🎯 恰到好处的难度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答对了→难度上升</a:t>
            </a:r>
            <a:br/>
            <a:r>
              <a:t>答错了→停下来重新讲</a:t>
            </a:r>
            <a:br/>
            <a:r>
              <a:t>始终保持心流状态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199"/>
            <a:ext cx="10515600" cy="10972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29199"/>
            <a:ext cx="50800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935"/>
                </a:solidFill>
                <a:latin typeface="Microsoft YaHei"/>
              </a:defRPr>
            </a:pPr>
            <a:r>
              <a:t>🔥 进度可见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12063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连续学习🔥目标梯度</a:t>
            </a:r>
            <a:br/>
            <a:r>
              <a:t>断了心疼·不想前功尽弃</a:t>
            </a:r>
            <a:br/>
            <a:r>
              <a:t>不是强迫学——是想继续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和快乐教育的区别：不是降低难度→是让攻克难度像通关一样有成就感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传统教育 vs 游戏设计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45720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303520" cy="381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Microsoft YaHei"/>
              </a:defRPr>
            </a:pPr>
            <a:r>
              <a:t>传统教育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统一进度·全班一样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反馈滞后·等几天才出分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错了扣分·惩罚排名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不知道离目标多远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枯燥重复·50道同类题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被动听讲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530352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30352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游戏设计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个性化·匹配个人水平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即时反馈·按下去有反应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错了重来·安全区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进度条·等级·可视化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不确定奖励·下一题惊喜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主动操作·自己探索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AI 能判断粗心 vs 不会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29200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⚠ 粗心：符号写错了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AI：这里符号检查一下？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看起来是粗心，不是没掌握。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下一题注意就好，继续。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18288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50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🔴 真不会：概念性错误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AI：思路不对，我们回顾一下……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→ 换种讲法，出类似题再练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→ 做对了→确认掌握→推进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学习机只能判断对/错。</a:t>
            </a:r>
            <a:br/>
            <a:r>
              <a:t>CoEvo能判断为什么错——粗心就提醒，不会就重教。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真实案例：初一数学·配方法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学生一开口：'老师配方法有点绕……'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→AI检测基础→出题→全对→推进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AI讲完一个知识点→立刻出题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做对了→很好进入下一个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做错了→判断粗细还是不会→区别处理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教学闭环：教→考→纠→过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📖 讲解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AI按计划推进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56032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1371600"/>
            <a:ext cx="256032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✏️ 考核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讲完立刻出题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56032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560320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🔄 纠错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粗心提醒·不会重教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79" y="1371600"/>
            <a:ext cx="256032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79" y="1371600"/>
            <a:ext cx="256032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✅ 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掌握了才推进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家长每天30秒看全部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229600" cy="4572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8229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CCCDD"/>
                </a:solidFill>
                <a:latin typeface="Microsoft YaHei"/>
              </a:defRPr>
            </a:pPr>
            <a:r>
              <a:t>📊 今日学习概览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学了：配方法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复习：完全平方公式（通过 ✅）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掌握率：100%（3/3通过验证）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薄弱点：无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连续学习：5天 🔥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家长每天投入：30秒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CoEvo = AI 特级教师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64008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DD"/>
                </a:solidFill>
                <a:latin typeface="Microsoft YaHei"/>
              </a:defRPr>
            </a:pPr>
            <a:r>
              <a:t>告诉它想学什么→自动生成学习计划</a:t>
            </a:r>
            <a:br/>
            <a:r>
              <a:t>→每天主动教：讲解→出题→发现薄弱→攻克→推进</a:t>
            </a:r>
            <a:br/>
            <a:r>
              <a:t>→你每天花30秒看进度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家长只需要做三件事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30秒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说目标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告诉AI想让孩子学什么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2918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每天30秒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看进度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打开App看今日概览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29184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2918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不用管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不用接送·盯作业·沟通老师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辅导班 vs CoEvo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2860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188720"/>
            <a:ext cx="3840480" cy="822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3935"/>
                </a:solidFill>
                <a:latin typeface="Microsoft YaHei"/>
              </a:defRPr>
            </a:pPr>
            <a:r>
              <a:t>¥3k-8k/月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188720"/>
            <a:ext cx="42976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¥120/月·活动¥1,288终身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22860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194560"/>
            <a:ext cx="3840480" cy="822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3935"/>
                </a:solidFill>
                <a:latin typeface="Microsoft YaHei"/>
              </a:defRPr>
            </a:pPr>
            <a:r>
              <a:t>接送+沟通3-5h/周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194560"/>
            <a:ext cx="42976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30秒+每天30秒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22860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教学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200400"/>
            <a:ext cx="3840480" cy="822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3935"/>
                </a:solidFill>
                <a:latin typeface="Microsoft YaHei"/>
              </a:defRPr>
            </a:pPr>
            <a:r>
              <a:t>一个老师对几十个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200400"/>
            <a:ext cx="42976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AI一对一·费曼法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22860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206240"/>
            <a:ext cx="3840480" cy="822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3935"/>
                </a:solidFill>
                <a:latin typeface="Microsoft YaHei"/>
              </a:defRPr>
            </a:pPr>
            <a:r>
              <a:t>老师说表现不错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206240"/>
            <a:ext cx="42976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精确到每个知识点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限时活动定价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CC"/>
                </a:solidFill>
                <a:latin typeface="Microsoft YaHei"/>
              </a:defRPr>
            </a:pPr>
            <a:r>
              <a:t>正常定价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CC"/>
                </a:solidFill>
                <a:latin typeface="Microsoft YaHei"/>
              </a:defRPr>
            </a:pPr>
            <a:r>
              <a:t>¥120 /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Microsoft YaHei"/>
              </a:defRPr>
            </a:pPr>
            <a:r>
              <a:t>或 ¥1,288 / 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029200" cy="2743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029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🔥 活动价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¥1,288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终身（限 200 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一个账号 = 一个人·30天不满意全额退·零风险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时代，是挑战，更是机遇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是拉开人与人差距的天堑，也是教育平权的天梯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Nick 不需要名校、不需要名师、不需要大城市。他只需要一台电脑、一个AI。你的孩子也是。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限时活动 · ¥1,288 终身 · 限 200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正常 ¥120/月 · ¥1,288/年   →   活动价 ¥1,288 终身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822960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840480"/>
            <a:ext cx="8229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30 天不满意全额退 · 零风险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扫码了解 · 活动结束后恢复 ¥1,288/年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刻意进化学习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CC"/>
                </a:solidFill>
                <a:latin typeface="Microsoft YaHei"/>
              </a:defRPr>
            </a:pPr>
            <a:r>
              <a:t>CoEvo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如果不想被 AI 取代，你需要刻意进化。</a:t>
            </a:r>
            <a:br/>
            <a:r>
              <a:t>AI 时代，是挑战更是机遇——是拉开差距的天堑，也是教育平权的天梯。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